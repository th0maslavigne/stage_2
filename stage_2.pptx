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8" r:id="rId4"/>
    <p:sldId id="257" r:id="rId5"/>
    <p:sldId id="269" r:id="rId6"/>
    <p:sldId id="270" r:id="rId7"/>
    <p:sldId id="271" r:id="rId8"/>
    <p:sldId id="259" r:id="rId9"/>
    <p:sldId id="261" r:id="rId10"/>
    <p:sldId id="262" r:id="rId11"/>
    <p:sldId id="263" r:id="rId12"/>
    <p:sldId id="268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22"/>
  </p:normalViewPr>
  <p:slideViewPr>
    <p:cSldViewPr snapToGrid="0">
      <p:cViewPr varScale="1">
        <p:scale>
          <a:sx n="102" d="100"/>
          <a:sy n="102" d="100"/>
        </p:scale>
        <p:origin x="192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2B87-2C71-1CA4-6444-F9A59F1D1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949641-D66B-21FF-78E5-212D98E08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EFC5E-24B7-F7C5-35A5-F99833BB0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7C4FF-7634-924C-80F0-88E66F9B10B2}" type="datetimeFigureOut">
              <a:rPr lang="en-FR" smtClean="0"/>
              <a:t>17/07/2026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C2A76-3F7F-9C70-8E69-C88D956D8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37421-7D3D-E59A-5B3C-E83A0E172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D2B74-ACCD-8B4D-94FF-03A5D062E06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480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9B5C-BCF3-C1E1-6B40-8680A707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F1D99-4CA3-AC49-4F9D-0E07C465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7E5CA-1CE7-E978-58D4-7FA155AF1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7C4FF-7634-924C-80F0-88E66F9B10B2}" type="datetimeFigureOut">
              <a:rPr lang="en-FR" smtClean="0"/>
              <a:t>17/07/2026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5471C-364B-B29A-1CBD-F01A8C696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B5E0C-10C1-2815-6653-AEA0B59EB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D2B74-ACCD-8B4D-94FF-03A5D062E06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54531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FD67-26BF-A185-D8EE-DD96193CC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E3B8-2B27-33B5-0ED8-65930F576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D2A1B-6522-5F1E-39E4-0F3EAECC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7C4FF-7634-924C-80F0-88E66F9B10B2}" type="datetimeFigureOut">
              <a:rPr lang="en-FR" smtClean="0"/>
              <a:t>17/07/2026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F4F98-DE89-E353-DEBA-8DAD6C6D2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23834-84A0-221B-76E3-02821B24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D2B74-ACCD-8B4D-94FF-03A5D062E06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24269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D886E-615C-4070-8630-6B3C52BB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456BF-F707-5CB3-1666-FB850D9FE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3FAAD-4C27-D514-EA47-B6F4EAD65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C9F41-B10F-5FE0-6462-A7EDD1B9C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7C4FF-7634-924C-80F0-88E66F9B10B2}" type="datetimeFigureOut">
              <a:rPr lang="en-FR" smtClean="0"/>
              <a:t>17/07/2026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F183F-7F8D-E826-AE1F-0D80E3C86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FB6FD-30B8-01E8-3FA4-F89D5FD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D2B74-ACCD-8B4D-94FF-03A5D062E06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46865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E7949-08EB-8D48-6036-D1051788A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4A248-78AE-12F4-4BDF-851C90F5C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37708-E1B8-CA06-4B39-9F9552688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5DB5C-F614-51EB-B5C8-F8A2B97985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B6F0D5-4C4A-799A-2B19-60DF28506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1B74E1-F5B3-23AD-234D-ED99B64EE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7C4FF-7634-924C-80F0-88E66F9B10B2}" type="datetimeFigureOut">
              <a:rPr lang="en-FR" smtClean="0"/>
              <a:t>17/07/2026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620CFD-72CD-A25A-3997-5CC39329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2D85AB-6A56-44DC-C2C9-C49DF67F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D2B74-ACCD-8B4D-94FF-03A5D062E06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41686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D47E-0D81-569E-8EAB-0EB7C35C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072F6-6EC9-49B1-D82E-8AE52CBE3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7C4FF-7634-924C-80F0-88E66F9B10B2}" type="datetimeFigureOut">
              <a:rPr lang="en-FR" smtClean="0"/>
              <a:t>17/07/2026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651BC-FCE3-BD2C-DBFD-302BBFA15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ECECB-4029-C5BC-BB91-C3ADE99C2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D2B74-ACCD-8B4D-94FF-03A5D062E06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8698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D049D6-BF5C-8011-C0BB-1EF886C8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7C4FF-7634-924C-80F0-88E66F9B10B2}" type="datetimeFigureOut">
              <a:rPr lang="en-FR" smtClean="0"/>
              <a:t>17/07/2026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6F02D-34FE-0634-BEAF-13FFA6C97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5BC26-EC91-74D5-16FB-11D15B09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D2B74-ACCD-8B4D-94FF-03A5D062E06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60123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0880-7370-721C-F5AE-3AB74A0E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2654D-BB48-70F3-D73E-D62BF7D92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B775D-589D-136B-6F63-127682C7B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7A7EB-44CC-678E-F071-47C895E2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7C4FF-7634-924C-80F0-88E66F9B10B2}" type="datetimeFigureOut">
              <a:rPr lang="en-FR" smtClean="0"/>
              <a:t>17/07/2026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A9D16-40AC-3E90-FEEB-B6A18A62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9ECCA-80C8-C4EE-E506-92666942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D2B74-ACCD-8B4D-94FF-03A5D062E06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38632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3A6FB-A7A8-46A9-E841-6AD9ED2D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8072B8-1ABC-7DAD-2BE0-B0133B496E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403F6-033B-A7A0-DD3C-5DB13E015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930B4-7562-74D7-94CD-FE9F3B595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7C4FF-7634-924C-80F0-88E66F9B10B2}" type="datetimeFigureOut">
              <a:rPr lang="en-FR" smtClean="0"/>
              <a:t>17/07/2026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29CF0-34A0-81F7-1AD0-0018627F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9276D-A91C-671B-C26E-17370088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D2B74-ACCD-8B4D-94FF-03A5D062E06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35025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959B8-03A2-6DB5-9402-9EFB717BC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096F87-A06D-2F26-0CE8-DE3553052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F583F-1991-7492-0BC7-DFA928EB0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7C4FF-7634-924C-80F0-88E66F9B10B2}" type="datetimeFigureOut">
              <a:rPr lang="en-FR" smtClean="0"/>
              <a:t>17/07/2026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ACC52-196D-A37F-C146-14C6FAAB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F0BAB-E880-428F-D117-F500EE3C0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D2B74-ACCD-8B4D-94FF-03A5D062E06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21197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84FCD8-51D0-3A52-72BE-B269203B38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03B7E-8DDE-EF64-13AD-27ABA4434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B53-8DA1-9EFF-084A-723E1356A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7C4FF-7634-924C-80F0-88E66F9B10B2}" type="datetimeFigureOut">
              <a:rPr lang="en-FR" smtClean="0"/>
              <a:t>17/07/2026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530C9-92A0-9D3B-790B-79AF99B22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27678-D3D5-21D7-37E0-A89EB112B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D2B74-ACCD-8B4D-94FF-03A5D062E06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3273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95E66-ADBB-48FC-8957-D862BFF79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7AFA7-33B7-505E-4CE8-CFB87FA9F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72D87-3A9C-9957-4BFB-F76EB1D11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7C4FF-7634-924C-80F0-88E66F9B10B2}" type="datetimeFigureOut">
              <a:rPr lang="en-FR" smtClean="0"/>
              <a:t>17/07/2026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8CA1F-9F34-365D-22E1-3E4E5C56A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0CBC6-6F6E-CDF3-1E8A-3752F5BBD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6D2B74-ACCD-8B4D-94FF-03A5D062E06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384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37EFF79-3BE5-C513-585E-582580B8C87C}"/>
              </a:ext>
            </a:extLst>
          </p:cNvPr>
          <p:cNvSpPr txBox="1"/>
          <p:nvPr/>
        </p:nvSpPr>
        <p:spPr>
          <a:xfrm>
            <a:off x="2009205" y="3128147"/>
            <a:ext cx="49325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Background ?</a:t>
            </a:r>
          </a:p>
          <a:p>
            <a:endParaRPr lang="en-FR" dirty="0"/>
          </a:p>
          <a:p>
            <a:r>
              <a:rPr lang="en-FR" dirty="0"/>
              <a:t>Description of the current code and Expectations ?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477641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02E3B-6315-2C62-D36D-617711C87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Current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19890-B088-2606-EE87-1091128A6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R" dirty="0"/>
              <a:t>Well structured notebook</a:t>
            </a:r>
          </a:p>
          <a:p>
            <a:r>
              <a:rPr lang="en-GB" dirty="0"/>
              <a:t>A</a:t>
            </a:r>
            <a:r>
              <a:rPr lang="en-FR" dirty="0"/>
              <a:t>xi-symmetric cylinder</a:t>
            </a:r>
          </a:p>
          <a:p>
            <a:endParaRPr lang="en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C300B7-558F-4D6E-6410-E14645839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045" y="634087"/>
            <a:ext cx="6216389" cy="41766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4CA768-2AB3-231F-0958-E544024FEC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348"/>
          <a:stretch/>
        </p:blipFill>
        <p:spPr>
          <a:xfrm>
            <a:off x="8830849" y="4187906"/>
            <a:ext cx="3022947" cy="230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921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40F4A1-273C-4AD2-5F6D-7AB8512C9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92" y="1342784"/>
            <a:ext cx="4712630" cy="45270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AD75C5-1673-B44B-5756-48B72C58CF4C}"/>
              </a:ext>
            </a:extLst>
          </p:cNvPr>
          <p:cNvSpPr txBox="1"/>
          <p:nvPr/>
        </p:nvSpPr>
        <p:spPr>
          <a:xfrm>
            <a:off x="6219282" y="2590667"/>
            <a:ext cx="47126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Similarly to the init</a:t>
            </a:r>
            <a:r>
              <a:rPr lang="en-GB" dirty="0" err="1"/>
              <a:t>i</a:t>
            </a:r>
            <a:r>
              <a:rPr lang="en-FR" dirty="0"/>
              <a:t>al notebook:</a:t>
            </a:r>
          </a:p>
          <a:p>
            <a:r>
              <a:rPr lang="en-FR" dirty="0"/>
              <a:t>- Install</a:t>
            </a:r>
          </a:p>
          <a:p>
            <a:r>
              <a:rPr lang="en-FR" dirty="0"/>
              <a:t>- Tools (Fucntions and Classes)</a:t>
            </a:r>
          </a:p>
          <a:p>
            <a:r>
              <a:rPr lang="en-FR" dirty="0"/>
              <a:t>- Compute</a:t>
            </a:r>
          </a:p>
          <a:p>
            <a:r>
              <a:rPr lang="en-FR" dirty="0"/>
              <a:t>- Post-Proc</a:t>
            </a:r>
          </a:p>
          <a:p>
            <a:endParaRPr lang="en-FR" dirty="0"/>
          </a:p>
          <a:p>
            <a:r>
              <a:rPr lang="en-FR" dirty="0"/>
              <a:t>+ diff following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932B51-C0E7-FADA-3756-CF919BE9953C}"/>
              </a:ext>
            </a:extLst>
          </p:cNvPr>
          <p:cNvSpPr/>
          <p:nvPr/>
        </p:nvSpPr>
        <p:spPr>
          <a:xfrm>
            <a:off x="386576" y="419454"/>
            <a:ext cx="55731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Proposed structure</a:t>
            </a:r>
          </a:p>
        </p:txBody>
      </p:sp>
    </p:spTree>
    <p:extLst>
      <p:ext uri="{BB962C8B-B14F-4D97-AF65-F5344CB8AC3E}">
        <p14:creationId xmlns:p14="http://schemas.microsoft.com/office/powerpoint/2010/main" val="304364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Qu'est-ce que Docker ? | Syneki">
            <a:extLst>
              <a:ext uri="{FF2B5EF4-FFF2-40B4-BE49-F238E27FC236}">
                <a16:creationId xmlns:a16="http://schemas.microsoft.com/office/drawing/2014/main" id="{1F2DCAB7-A621-4D9F-932D-C5EAFFF22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6" y="644357"/>
            <a:ext cx="2636642" cy="1483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C4F8DA-558F-BAB8-0839-EBDC415FA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850" y="2127468"/>
            <a:ext cx="9860812" cy="372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94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A96F-CFD3-F1E9-E8A0-100EFE913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A781A-8CFE-94D3-6780-DD324FA2A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74720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36E6E-0485-369E-B8BD-A45E8D232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AC49C-BDFF-59FB-5D5E-8F91151C4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48405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28F2-9405-0253-BA3F-09068376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2C920-5C2C-8A4E-6F04-62AFB3754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95879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3">
            <a:extLst>
              <a:ext uri="{FF2B5EF4-FFF2-40B4-BE49-F238E27FC236}">
                <a16:creationId xmlns:a16="http://schemas.microsoft.com/office/drawing/2014/main" id="{724840DC-1409-0CF9-66CA-E6949C188D08}"/>
              </a:ext>
            </a:extLst>
          </p:cNvPr>
          <p:cNvSpPr/>
          <p:nvPr/>
        </p:nvSpPr>
        <p:spPr>
          <a:xfrm>
            <a:off x="490655" y="434898"/>
            <a:ext cx="669072" cy="657922"/>
          </a:xfrm>
          <a:prstGeom prst="triangl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3600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446B5-E1AF-3328-6B5D-7C0F0CA059E3}"/>
              </a:ext>
            </a:extLst>
          </p:cNvPr>
          <p:cNvSpPr txBox="1"/>
          <p:nvPr/>
        </p:nvSpPr>
        <p:spPr>
          <a:xfrm>
            <a:off x="1304693" y="723488"/>
            <a:ext cx="423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Need to explicitly import dolfinx.fem.petsc: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B8DC70-3A5C-8396-0954-F72F221B91BF}"/>
              </a:ext>
            </a:extLst>
          </p:cNvPr>
          <p:cNvSpPr txBox="1"/>
          <p:nvPr/>
        </p:nvSpPr>
        <p:spPr>
          <a:xfrm>
            <a:off x="1449659" y="3429000"/>
            <a:ext cx="9814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It is a separated submodule because dolfinx needs to be able to import without petsc in some contexts</a:t>
            </a:r>
          </a:p>
        </p:txBody>
      </p:sp>
    </p:spTree>
    <p:extLst>
      <p:ext uri="{BB962C8B-B14F-4D97-AF65-F5344CB8AC3E}">
        <p14:creationId xmlns:p14="http://schemas.microsoft.com/office/powerpoint/2010/main" val="1306076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5CA52-F252-F010-0FB1-73DA41737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Add a radial flux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BE01A-E091-3562-7F95-7258B4F95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R" dirty="0"/>
              <a:t>1. start with a non physical radiation to keep the linear solver.</a:t>
            </a:r>
          </a:p>
          <a:p>
            <a:r>
              <a:rPr lang="en-FR" dirty="0"/>
              <a:t>2. do the same for a non linear solver: output should be the same &amp; compare it to the residual defined in src/surroptim/weak_form</a:t>
            </a:r>
          </a:p>
          <a:p>
            <a:r>
              <a:rPr lang="en-FR" dirty="0"/>
              <a:t>3. Final version towards calibration</a:t>
            </a:r>
          </a:p>
        </p:txBody>
      </p:sp>
    </p:spTree>
    <p:extLst>
      <p:ext uri="{BB962C8B-B14F-4D97-AF65-F5344CB8AC3E}">
        <p14:creationId xmlns:p14="http://schemas.microsoft.com/office/powerpoint/2010/main" val="1173378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5CA52-F252-F010-0FB1-73DA41737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1. start with a non physical radiation to keep the linear solver.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A51EC5-84F4-C347-10F1-E0EEA3FF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18" y="2027887"/>
            <a:ext cx="6216389" cy="41766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E5458F-94D8-D767-88F4-6E87901BF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982" y="3320170"/>
            <a:ext cx="7772400" cy="91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832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3134-BEC7-F424-0DAD-65714C760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28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FR" dirty="0"/>
              <a:t>2. do the same for a non linear solver: output should be the same &amp; compare it to the residual defined in src/surroptim/weak_form</a:t>
            </a:r>
            <a:br>
              <a:rPr lang="en-FR" dirty="0"/>
            </a:br>
            <a:endParaRPr lang="en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8C38A-7C6A-80E1-6895-64340F261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66" y="2032852"/>
            <a:ext cx="5973871" cy="41441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CABF84-59C2-504F-9871-3A091052B6D8}"/>
              </a:ext>
            </a:extLst>
          </p:cNvPr>
          <p:cNvSpPr txBox="1"/>
          <p:nvPr/>
        </p:nvSpPr>
        <p:spPr>
          <a:xfrm>
            <a:off x="6925849" y="4288243"/>
            <a:ext cx="381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Templates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730401-7221-1190-E445-13E31B3A8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799" y="2978575"/>
            <a:ext cx="7772400" cy="10281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A63107-031C-93C0-5299-ACDB47D2B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266" y="4087827"/>
            <a:ext cx="1836394" cy="271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51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637E-9BED-A9D7-FDBD-FEBC4D9C6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A665D-427D-B37E-790C-B17B00A5C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27583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13C2E-C12D-6D85-2414-9CF87ECD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5B2E7-A03F-A1E6-69EF-34FB7E439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22657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5BA1F-DD92-E96C-9BAC-747B902C9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32CF-2A88-60CC-45A9-F7A62FC54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83041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CC57-C4DC-3854-08F8-AB4B29758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4A317-547A-5F5F-5671-52453D53F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59527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B4A3-06C2-65E9-9A74-9E07CA38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273BE-4BCA-410F-5034-8EAF3E5CE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94367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175</Words>
  <Application>Microsoft Macintosh PowerPoint</Application>
  <PresentationFormat>Widescreen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Current State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 a radial flux</vt:lpstr>
      <vt:lpstr>1. start with a non physical radiation to keep the linear solver.</vt:lpstr>
      <vt:lpstr>2. do the same for a non linear solver: output should be the same &amp; compare it to the residual defined in src/surroptim/weak_form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LAVIGNE THOMAS</dc:creator>
  <cp:lastModifiedBy>LAVIGNE THOMAS</cp:lastModifiedBy>
  <cp:revision>1</cp:revision>
  <dcterms:created xsi:type="dcterms:W3CDTF">2026-07-17T12:04:04Z</dcterms:created>
  <dcterms:modified xsi:type="dcterms:W3CDTF">2026-07-17T12:32:57Z</dcterms:modified>
</cp:coreProperties>
</file>